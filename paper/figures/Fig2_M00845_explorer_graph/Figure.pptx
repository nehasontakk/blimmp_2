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2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62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D30D-6BCD-2804-6553-7897992BF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F8EC-43D9-2C25-F95F-60A70391E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78DB0-344F-973F-960C-ECCC91DA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C215C-3881-8412-7FB4-5CDD936F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63578-E45D-7251-C3E4-F3FC03CF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7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1F92-71BC-57FE-628C-2CEC9845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B736D-9DCD-AB18-584D-7E778B85C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B7B6A-37CF-4FCD-108A-F12079FA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B2F04-B99C-9C68-7218-E48116FC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D450D-7530-6735-82A6-1D1B8D68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4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595E-1ABC-A6E8-0E0C-EA291FC8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22180-8193-69D4-B0B3-C09394DD4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EBA30-F9A0-E747-292A-03E554B9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575E-A12B-9694-E94B-FB9AA723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968A5-1C78-184D-9B67-1EA75CEE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8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98BE-7D54-9EF0-034F-D1E42FDA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7BA0D-839C-ECFB-367A-EF38E0FAF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9D1EE-0203-79A2-9C1A-1CFD086AB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3B355-327D-69A6-D1F8-422F20A6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51A6F-E5F0-4411-800F-C1D9C69C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EB8D1-AE70-4BB8-CA42-D92E29D3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1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16E6-D202-5940-69EC-23E70D67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24954-099C-D432-DE12-3919462E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0CC8E-EFC5-64CB-E768-0D9251813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67C5B-9704-6228-295B-DB3AFF961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DA766-6034-9921-4C3D-4C546837D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D3839F-D49C-54FE-98F5-CE848B6B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4201F-DC6B-ED39-25C3-84651608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EE249-E83C-2ED9-83F5-1A050566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6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80ED-BDF4-D679-A531-755C74151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BE547-6D18-520D-A76B-AB4BB4EC1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D0F84-C12E-FBDA-5A89-2262B61C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9C197-761F-2B94-FA4D-D8978DFC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1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0D5D55-7F71-82D7-B3D1-CC1BA1A7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82D2D-B5CE-1FAE-26EC-907CE675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6A22A-4373-FE34-D069-F6BFF1BE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6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1A82-CD79-AA89-016D-D0E5B71C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0AAF3-9026-3BCF-DD25-DF033E89A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F0A35-DA6A-F557-4E5E-ECF68BD60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9B7DD-5E79-E45D-F9C1-E0B78584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5C768-C75A-5757-BAF3-5A782709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DDC73-9533-CA02-2AE3-6796824A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90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19D7-A7A2-72F8-F189-3B513108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351ED-506F-1972-973E-A1888D094D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6340C-704B-414D-E568-496ED45A4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A0DE2-B871-39EE-C72D-7693CB3F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5A594-0E76-50AE-033A-7D95290A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DD814-1DC7-2EF2-0CEF-B512A7E5B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7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2DF5-A015-E0D3-72B6-7C16E9B1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BBD8F-49C8-C030-E0F6-97D434410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BA37-CA67-463D-F322-D8923B53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C0848-7C31-0654-C11A-3771EDF0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2642-8C0E-637D-78EE-947516FE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67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AAFAA-C563-FA5B-4FC6-00C922949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59CAE-0F98-CEAC-DB04-4736B3CEF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5E805-F81F-69EC-41B9-34277D6B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7B2C-C4DB-2829-A597-8DCBCD63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BA437-7E96-7350-A11B-BE26AA41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BE33A-C483-74DD-6C13-D7C2E2C0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F490E-0396-F853-1335-50DC71EA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D4EB1-1EE8-5A95-66EF-218415133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1589C-9154-6A45-80CB-79E144C14DE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D33F8-E5B7-179E-4C3E-E4E1EE66B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67D37-706F-665F-DF6A-62C623895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AFDAA-B3CC-E949-8417-E8AFE4938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9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9B9EB05-6AE8-75AD-6184-074A29B23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76"/>
          <a:stretch>
            <a:fillRect/>
          </a:stretch>
        </p:blipFill>
        <p:spPr>
          <a:xfrm>
            <a:off x="0" y="3349751"/>
            <a:ext cx="3682314" cy="3508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38686-8BD4-55E8-2C04-F82ACD3EE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69" y="3182535"/>
            <a:ext cx="3482984" cy="36754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B7ACB1-29C5-B4CD-AC08-B9C330ADB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183" y="3337299"/>
            <a:ext cx="4017075" cy="18875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745394-BEE3-6F09-1E15-806E17F70B22}"/>
              </a:ext>
            </a:extLst>
          </p:cNvPr>
          <p:cNvSpPr/>
          <p:nvPr/>
        </p:nvSpPr>
        <p:spPr>
          <a:xfrm>
            <a:off x="0" y="3074766"/>
            <a:ext cx="3832964" cy="215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Domain search for K00930 sequence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A2143C-61D2-54FB-6A51-463FF64578EF}"/>
              </a:ext>
            </a:extLst>
          </p:cNvPr>
          <p:cNvSpPr/>
          <p:nvPr/>
        </p:nvSpPr>
        <p:spPr>
          <a:xfrm>
            <a:off x="4057069" y="3074765"/>
            <a:ext cx="3482984" cy="215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Domain search for K22478 sequence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10CECB-9090-B9D9-438C-F76270DDD6CA}"/>
              </a:ext>
            </a:extLst>
          </p:cNvPr>
          <p:cNvSpPr/>
          <p:nvPr/>
        </p:nvSpPr>
        <p:spPr>
          <a:xfrm>
            <a:off x="7780183" y="3074765"/>
            <a:ext cx="3793866" cy="215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Domain search for NC_012660.1_5881 ORF sequence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FD02BB-C549-5B0D-AC01-32D46EABE5D8}"/>
              </a:ext>
            </a:extLst>
          </p:cNvPr>
          <p:cNvSpPr/>
          <p:nvPr/>
        </p:nvSpPr>
        <p:spPr>
          <a:xfrm>
            <a:off x="0" y="0"/>
            <a:ext cx="11574049" cy="1918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Alignment for K00930 and K22478 sequences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BCCE83-1351-C7FC-A087-56CD22DA3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513" y="238827"/>
            <a:ext cx="5228096" cy="280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5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F3561ED-D651-6252-4049-82DEA9261C44}"/>
              </a:ext>
            </a:extLst>
          </p:cNvPr>
          <p:cNvSpPr/>
          <p:nvPr/>
        </p:nvSpPr>
        <p:spPr>
          <a:xfrm>
            <a:off x="150312" y="152339"/>
            <a:ext cx="7246199" cy="215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Module Graph for M000845 in SBW25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CE4003-51AF-461C-3204-25EB8F75910E}"/>
              </a:ext>
            </a:extLst>
          </p:cNvPr>
          <p:cNvSpPr/>
          <p:nvPr/>
        </p:nvSpPr>
        <p:spPr>
          <a:xfrm>
            <a:off x="7396511" y="152339"/>
            <a:ext cx="4553319" cy="2192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Node details for K22478 and K00930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90DEB-2865-2464-D74D-F1BEE70E3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5"/>
          <a:stretch>
            <a:fillRect/>
          </a:stretch>
        </p:blipFill>
        <p:spPr>
          <a:xfrm>
            <a:off x="150312" y="2169738"/>
            <a:ext cx="6464536" cy="4246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960DF-811C-6FB7-5CD8-6DDA08D6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86" y="477011"/>
            <a:ext cx="2652636" cy="51003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1B355B-744D-A5B5-F7DB-B1931DFDD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2" y="451196"/>
            <a:ext cx="3804743" cy="1080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181892-40D5-484B-5017-6A1E72A21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744" y="451196"/>
            <a:ext cx="1179104" cy="2178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9BF44C-A592-A169-4DF3-2CEFCDE7D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160" y="495361"/>
            <a:ext cx="2526669" cy="50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8019BE-0E8C-FC30-1AFB-AE02D41A3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265" y="1682751"/>
            <a:ext cx="5291666" cy="3492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0AD9EA-3FBE-4DE6-C297-CBA84B695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35" y="1682751"/>
            <a:ext cx="5291667" cy="28310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95FE2B-73DE-64DB-2F05-4431B0BC273D}"/>
              </a:ext>
            </a:extLst>
          </p:cNvPr>
          <p:cNvSpPr/>
          <p:nvPr/>
        </p:nvSpPr>
        <p:spPr>
          <a:xfrm>
            <a:off x="305263" y="1258492"/>
            <a:ext cx="5291667" cy="3072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HMMSEARCH for K00930.hmm against ORF NC_012660.1_5881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2403D-4F8C-5963-3F03-C8B7F1DBD7FC}"/>
              </a:ext>
            </a:extLst>
          </p:cNvPr>
          <p:cNvSpPr/>
          <p:nvPr/>
        </p:nvSpPr>
        <p:spPr>
          <a:xfrm>
            <a:off x="6194234" y="1250229"/>
            <a:ext cx="5291667" cy="3072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HMMSEARCH for K22478.hmm against ORF NC_012660.1_5881</a:t>
            </a:r>
          </a:p>
        </p:txBody>
      </p:sp>
    </p:spTree>
    <p:extLst>
      <p:ext uri="{BB962C8B-B14F-4D97-AF65-F5344CB8AC3E}">
        <p14:creationId xmlns:p14="http://schemas.microsoft.com/office/powerpoint/2010/main" val="703714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56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Sontakke, Neha - (nsontakke)</dc:creator>
  <cp:lastModifiedBy>Sontakke, Neha - (nsontakke)</cp:lastModifiedBy>
  <cp:revision>5</cp:revision>
  <dcterms:created xsi:type="dcterms:W3CDTF">2026-09-25T20:56:10Z</dcterms:created>
  <dcterms:modified xsi:type="dcterms:W3CDTF">2026-10-08T21:46:52Z</dcterms:modified>
</cp:coreProperties>
</file>